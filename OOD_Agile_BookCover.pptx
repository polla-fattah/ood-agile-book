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57" d="100"/>
          <a:sy n="57" d="100"/>
        </p:scale>
        <p:origin x="6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2026-10-14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2026-10-14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2026-10-14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2026-10-14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2026-10-14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2026-10-14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2026-10-14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2026-10-14</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119542" y="500084"/>
            <a:ext cx="6618914"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Object Oriented Development</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128317" y="7271975"/>
            <a:ext cx="4601364"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Designing, Testing and Evolving Software with AI Assistance</a:t>
            </a: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sp>
        <p:nvSpPr>
          <p:cNvPr id="2" name="Rectangle 1">
            <a:extLst>
              <a:ext uri="{FF2B5EF4-FFF2-40B4-BE49-F238E27FC236}">
                <a16:creationId xmlns:a16="http://schemas.microsoft.com/office/drawing/2014/main" id="{A820E9CF-D657-21A5-F2D8-DD96BCDC40D3}"/>
              </a:ext>
            </a:extLst>
          </p:cNvPr>
          <p:cNvSpPr/>
          <p:nvPr/>
        </p:nvSpPr>
        <p:spPr>
          <a:xfrm>
            <a:off x="1202771" y="1372801"/>
            <a:ext cx="4353886" cy="562062"/>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a:outerShdw blurRad="50800" dist="1143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28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rPr>
              <a:t>and Agile Practices</a:t>
            </a:r>
          </a:p>
        </p:txBody>
      </p:sp>
      <p:pic>
        <p:nvPicPr>
          <p:cNvPr id="8" name="Picture 7">
            <a:extLst>
              <a:ext uri="{FF2B5EF4-FFF2-40B4-BE49-F238E27FC236}">
                <a16:creationId xmlns:a16="http://schemas.microsoft.com/office/drawing/2014/main" id="{2B7CFF37-6EDC-E357-C0FA-DDBBBE53B913}"/>
              </a:ext>
            </a:extLst>
          </p:cNvPr>
          <p:cNvPicPr>
            <a:picLocks noChangeAspect="1"/>
          </p:cNvPicPr>
          <p:nvPr/>
        </p:nvPicPr>
        <p:blipFill>
          <a:blip r:embed="rId4"/>
          <a:stretch>
            <a:fillRect/>
          </a:stretch>
        </p:blipFill>
        <p:spPr>
          <a:xfrm rot="20712286">
            <a:off x="1832387" y="1904236"/>
            <a:ext cx="3598912" cy="5398367"/>
          </a:xfrm>
          <a:prstGeom prst="rect">
            <a:avLst/>
          </a:prstGeom>
        </p:spPr>
      </p:pic>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241183" y="222362"/>
            <a:ext cx="6375626"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Object Oriented Development and Agile Practices</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2" y="1005872"/>
            <a:ext cx="6375629" cy="6078587"/>
          </a:xfrm>
          <a:prstGeom prst="rect">
            <a:avLst/>
          </a:prstGeom>
          <a:noFill/>
        </p:spPr>
        <p:txBody>
          <a:bodyPr wrap="square">
            <a:spAutoFit/>
          </a:bodyPr>
          <a:lstStyle/>
          <a:p>
            <a:pPr algn="just"/>
            <a:r>
              <a:rPr lang="en-US" sz="1600" dirty="0">
                <a:solidFill>
                  <a:schemeClr val="bg1"/>
                </a:solidFill>
              </a:rPr>
              <a:t>Software changes. Requirements evolve, new features challenge earlier decisions, and working code must remain understandable to the people who maintain it.</a:t>
            </a:r>
          </a:p>
          <a:p>
            <a:pPr algn="just"/>
            <a:endParaRPr lang="en-US" sz="1600" dirty="0">
              <a:solidFill>
                <a:schemeClr val="bg1"/>
              </a:solidFill>
            </a:endParaRPr>
          </a:p>
          <a:p>
            <a:pPr algn="just"/>
            <a:r>
              <a:rPr lang="en-US" sz="1600" b="1" dirty="0">
                <a:solidFill>
                  <a:schemeClr val="bg1"/>
                </a:solidFill>
              </a:rPr>
              <a:t>OO Development and Agile Practices </a:t>
            </a:r>
            <a:r>
              <a:rPr lang="en-US" sz="1600" dirty="0">
                <a:solidFill>
                  <a:schemeClr val="bg1"/>
                </a:solidFill>
              </a:rPr>
              <a:t>brings object-oriented design and Agile teamwork together through an evolving Java project. Following a campus equipment lending system from its first responsibilities to a tested change and final handover, readers learn how design decisions hold up as a system grows.</a:t>
            </a:r>
          </a:p>
          <a:p>
            <a:pPr algn="just"/>
            <a:endParaRPr lang="en-US" sz="1600" dirty="0">
              <a:solidFill>
                <a:schemeClr val="bg1"/>
              </a:solidFill>
            </a:endParaRPr>
          </a:p>
          <a:p>
            <a:pPr algn="just"/>
            <a:r>
              <a:rPr lang="en-US" sz="1600" dirty="0">
                <a:solidFill>
                  <a:schemeClr val="bg1"/>
                </a:solidFill>
              </a:rPr>
              <a:t>The book connects interfaces, composition, design patterns and architecture with practical work in requirements, testing, refactoring, integration and delivery. Worked examples, exercises and accompanying code explanations make each idea open to inspection: readers can trace a decision, run a test, examine a failure and justify a correction.</a:t>
            </a:r>
          </a:p>
          <a:p>
            <a:pPr algn="just"/>
            <a:endParaRPr lang="en-US" sz="1600" dirty="0">
              <a:solidFill>
                <a:schemeClr val="bg1"/>
              </a:solidFill>
            </a:endParaRPr>
          </a:p>
          <a:p>
            <a:pPr algn="just"/>
            <a:r>
              <a:rPr lang="en-US" sz="1600" dirty="0">
                <a:solidFill>
                  <a:schemeClr val="bg1"/>
                </a:solidFill>
              </a:rPr>
              <a:t>AI assistance appears throughout as a source of suggestions to question and verify. Readers learn to evaluate generated code, tests and explanations while retaining responsibility for the result.</a:t>
            </a:r>
          </a:p>
          <a:p>
            <a:pPr algn="just"/>
            <a:endParaRPr lang="en-US" sz="1600" dirty="0">
              <a:solidFill>
                <a:schemeClr val="bg1"/>
              </a:solidFill>
            </a:endParaRPr>
          </a:p>
          <a:p>
            <a:pPr algn="just"/>
            <a:r>
              <a:rPr lang="en-US" sz="1600" dirty="0">
                <a:solidFill>
                  <a:schemeClr val="bg1"/>
                </a:solidFill>
              </a:rPr>
              <a:t>Written for students who know programming fundamentals, this book develops the judgement needed to build software that can change and to explain, with evidence, why a change is ready.</a:t>
            </a:r>
            <a:endParaRPr lang="en-US" sz="5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656</TotalTime>
  <Words>230</Words>
  <Application>Microsoft Office PowerPoint</Application>
  <PresentationFormat>On-screen Show (4:3)</PresentationFormat>
  <Paragraphs>17</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Yu Mincho Light</vt:lpstr>
      <vt:lpstr>Aptos</vt:lpstr>
      <vt:lpstr>Aptos Display</vt:lpstr>
      <vt:lpstr>Arial</vt:lpstr>
      <vt:lpstr>Bookman Old Style</vt:lpstr>
      <vt:lpstr>Mongolian Baiti</vt:lpstr>
      <vt:lpstr>Segoe WPC</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19</cp:revision>
  <dcterms:created xsi:type="dcterms:W3CDTF">2026-09-26T18:19:49Z</dcterms:created>
  <dcterms:modified xsi:type="dcterms:W3CDTF">2026-10-13T21:40:59Z</dcterms:modified>
</cp:coreProperties>
</file>